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D3FDBF1-CDDE-497F-8FE9-033693A3665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148720-4582-4216-89D2-F1729FFE8EF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88D685-19AA-411C-B737-238B13E686B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3DC4AF-2442-4709-9AC4-3EB36BE425F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CD7111-176C-4BF3-9E6D-73D1A295952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ED63BF-D7A9-48EC-BE26-DD87D22989E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EC87A7-93B4-404F-8204-BE6672FC48D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1286AC-611B-4D23-BFD6-998BEB0E60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475E06-5AE9-4B0A-A360-36DC636D1D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961120" y="-1371600"/>
            <a:ext cx="5028840" cy="50288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332720" y="4389120"/>
            <a:ext cx="2925720" cy="2925720"/>
          </a:xfrm>
          <a:prstGeom prst="ellipse">
            <a:avLst/>
          </a:prstGeom>
          <a:solidFill>
            <a:srgbClr val="f9e7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22960" y="777240"/>
            <a:ext cx="822600" cy="82260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/home/claude/bytelingo/icon_camera.png"/>
          <p:cNvPicPr/>
          <p:nvPr/>
        </p:nvPicPr>
        <p:blipFill>
          <a:blip r:embed="rId1"/>
          <a:stretch/>
        </p:blipFill>
        <p:spPr>
          <a:xfrm>
            <a:off x="1008000" y="962280"/>
            <a:ext cx="452160" cy="4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777240" y="2651760"/>
            <a:ext cx="8686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ByteLingo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822960" y="37947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trike="noStrike" u="none">
                <a:solidFill>
                  <a:srgbClr val="f9e795"/>
                </a:solidFill>
                <a:effectLst/>
                <a:uFillTx/>
                <a:latin typeface="Calibri"/>
                <a:ea typeface="Calibri"/>
              </a:rPr>
              <a:t>Traduce lo que ves, al instante.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822960" y="57607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>
                    <a:alpha val="85000"/>
                  </a:srgbClr>
                </a:solidFill>
                <a:effectLst/>
                <a:uFillTx/>
                <a:latin typeface="Calibri"/>
                <a:ea typeface="Calibri"/>
              </a:rPr>
              <a:t>Un proyecto para eliminar la barrera del idioma en el momento exacto en que aparece.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457200" y="6519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ByteLingo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124712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21"/>
          <p:cNvSpPr/>
          <p:nvPr/>
        </p:nvSpPr>
        <p:spPr>
          <a:xfrm>
            <a:off x="-914400" y="3931560"/>
            <a:ext cx="4114440" cy="4114440"/>
          </a:xfrm>
          <a:prstGeom prst="ellipse">
            <a:avLst/>
          </a:prstGeom>
          <a:solidFill>
            <a:srgbClr val="f9e7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8915400" y="-2057400"/>
            <a:ext cx="5486040" cy="54860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2"/>
          <p:cNvSpPr/>
          <p:nvPr/>
        </p:nvSpPr>
        <p:spPr>
          <a:xfrm>
            <a:off x="5623560" y="1051560"/>
            <a:ext cx="914040" cy="9140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4"/>
          <p:cNvSpPr/>
          <p:nvPr/>
        </p:nvSpPr>
        <p:spPr>
          <a:xfrm>
            <a:off x="914400" y="233172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Integrantes – Grupo #1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6"/>
          <p:cNvSpPr/>
          <p:nvPr/>
        </p:nvSpPr>
        <p:spPr>
          <a:xfrm>
            <a:off x="2971800" y="3108960"/>
            <a:ext cx="8274960" cy="19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- Jose Meraz</a:t>
            </a: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	</a:t>
            </a: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	</a:t>
            </a: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- Carlos Lopez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- Gilberto Valladares</a:t>
            </a: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	</a:t>
            </a: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- Joseph Rodriguez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- Santiago Chavarria</a:t>
            </a: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	</a:t>
            </a: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- Eduardo Contreras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- Luis Ayestas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4"/>
          <p:cNvSpPr/>
          <p:nvPr/>
        </p:nvSpPr>
        <p:spPr>
          <a:xfrm>
            <a:off x="457200" y="6519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ByteLingo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5"/>
          <p:cNvSpPr/>
          <p:nvPr/>
        </p:nvSpPr>
        <p:spPr>
          <a:xfrm>
            <a:off x="1124712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5" descr="/home/claude/bytelingo/icon_users.png"/>
          <p:cNvPicPr/>
          <p:nvPr/>
        </p:nvPicPr>
        <p:blipFill>
          <a:blip r:embed="rId1"/>
          <a:stretch/>
        </p:blipFill>
        <p:spPr>
          <a:xfrm>
            <a:off x="5871600" y="126360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" descr=""/>
          <p:cNvPicPr/>
          <p:nvPr/>
        </p:nvPicPr>
        <p:blipFill>
          <a:blip r:embed="rId2"/>
          <a:srcRect l="0" t="0" r="59664" b="0"/>
          <a:stretch/>
        </p:blipFill>
        <p:spPr>
          <a:xfrm>
            <a:off x="4976280" y="5257800"/>
            <a:ext cx="2158920" cy="122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48640" y="457200"/>
            <a:ext cx="950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Ese momento en que no entiendes nada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548640" y="164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LA PROBLEMÁTICA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548640" y="1417320"/>
            <a:ext cx="6491880" cy="470880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7e7ee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914400" y="169164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f3c7e"/>
                </a:solidFill>
                <a:effectLst/>
                <a:uFillTx/>
                <a:latin typeface="Calibri"/>
                <a:ea typeface="Calibri"/>
              </a:rPr>
              <a:t>Imagina esto: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914400" y="2103120"/>
            <a:ext cx="5760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a2a3a"/>
                </a:solidFill>
                <a:effectLst/>
                <a:uFillTx/>
                <a:latin typeface="Calibri"/>
                <a:ea typeface="Calibri"/>
              </a:rPr>
              <a:t>Estás en otro país, o leyendo un documento de la universidad en otro idioma. Frente a ti hay un menú, un letrero o un empaque </a:t>
            </a:r>
            <a:r>
              <a:rPr b="1" lang="en-US" sz="1450" strike="noStrike" u="non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escrito en un idioma que no entiendes.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914400" y="3300840"/>
            <a:ext cx="109440" cy="1094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1188720" y="313632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a2a3a"/>
                </a:solidFill>
                <a:effectLst/>
                <a:uFillTx/>
                <a:latin typeface="Calibri"/>
                <a:ea typeface="Calibri"/>
              </a:rPr>
              <a:t>No tienes un diccionario a la mano.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914400" y="3959280"/>
            <a:ext cx="109440" cy="1094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1188720" y="379476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a2a3a"/>
                </a:solidFill>
                <a:effectLst/>
                <a:uFillTx/>
                <a:latin typeface="Calibri"/>
                <a:ea typeface="Calibri"/>
              </a:rPr>
              <a:t>Escribir cada palabra en un traductor es lento y tedioso.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914400" y="4617720"/>
            <a:ext cx="109440" cy="1094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1188720" y="4453200"/>
            <a:ext cx="5486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a2a3a"/>
                </a:solidFill>
                <a:effectLst/>
                <a:uFillTx/>
                <a:latin typeface="Calibri"/>
                <a:ea typeface="Calibri"/>
              </a:rPr>
              <a:t>A veces ni siquiera sabes cómo se escribe lo que ves: letras raras, mala letra, texto largo.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914400" y="5486400"/>
            <a:ext cx="5760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2f3c7e"/>
                </a:solidFill>
                <a:effectLst/>
                <a:uFillTx/>
                <a:latin typeface="Calibri"/>
                <a:ea typeface="Calibri"/>
              </a:rPr>
              <a:t>El resultado: frustración y minutos preciosos perdidos, justo cuando más necesitas entender.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7315200" y="1417320"/>
            <a:ext cx="4297320" cy="4708800"/>
          </a:xfrm>
          <a:prstGeom prst="roundRect">
            <a:avLst>
              <a:gd name="adj" fmla="val 2553"/>
            </a:avLst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9144000" y="2011680"/>
            <a:ext cx="914040" cy="9140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/home/claude/bytelingo/icon_alertcircle.png"/>
          <p:cNvPicPr/>
          <p:nvPr/>
        </p:nvPicPr>
        <p:blipFill>
          <a:blip r:embed="rId1"/>
          <a:stretch/>
        </p:blipFill>
        <p:spPr>
          <a:xfrm>
            <a:off x="9372600" y="22402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4"/>
          <p:cNvSpPr/>
          <p:nvPr/>
        </p:nvSpPr>
        <p:spPr>
          <a:xfrm>
            <a:off x="7589520" y="306324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¿Te ha pasado?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7680960" y="3520440"/>
            <a:ext cx="3565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ffffff">
                    <a:alpha val="88000"/>
                  </a:srgbClr>
                </a:solidFill>
                <a:effectLst/>
                <a:uFillTx/>
                <a:latin typeface="Calibri"/>
                <a:ea typeface="Calibri"/>
              </a:rPr>
              <a:t>Un letrero, un menú, un documento… y ninguna forma rápida de entenderlo.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7772400" y="4617720"/>
            <a:ext cx="3383280" cy="360"/>
          </a:xfrm>
          <a:prstGeom prst="line">
            <a:avLst/>
          </a:prstGeom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7680960" y="4846320"/>
            <a:ext cx="3565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f9e795"/>
                </a:solidFill>
                <a:effectLst/>
                <a:uFillTx/>
                <a:latin typeface="Calibri"/>
                <a:ea typeface="Calibri"/>
              </a:rPr>
              <a:t>“Esperaba entender rápido…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f9e795"/>
                </a:solidFill>
                <a:effectLst/>
                <a:uFillTx/>
                <a:latin typeface="Calibri"/>
                <a:ea typeface="Calibri"/>
              </a:rPr>
              <a:t>y terminé perdiendo el momento.”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457200" y="6519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ByteLingo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1124712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48640" y="164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LO QUE YA EXISTE, SE QUEDA CORTO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48640" y="4572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Las soluciones actuales no alcanzan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48640" y="1600200"/>
            <a:ext cx="3520080" cy="4297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7ee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868680" y="1965960"/>
            <a:ext cx="685440" cy="6854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/home/claude/bytelingo/icon_edit.png"/>
          <p:cNvPicPr/>
          <p:nvPr/>
        </p:nvPicPr>
        <p:blipFill>
          <a:blip r:embed="rId1"/>
          <a:stretch/>
        </p:blipFill>
        <p:spPr>
          <a:xfrm>
            <a:off x="1040040" y="213732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4"/>
          <p:cNvSpPr/>
          <p:nvPr/>
        </p:nvSpPr>
        <p:spPr>
          <a:xfrm>
            <a:off x="868680" y="283464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Escribir a mano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868680" y="3337560"/>
            <a:ext cx="28800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Copiar palabra por palabra en un traductor es lento, tedioso y casi imposible si el texto es largo o la letra es difícil de leer.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4389120" y="1600200"/>
            <a:ext cx="3520080" cy="4297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7ee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4709160" y="1965960"/>
            <a:ext cx="685440" cy="6854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1" descr="/home/claude/bytelingo/icon_search.png"/>
          <p:cNvPicPr/>
          <p:nvPr/>
        </p:nvPicPr>
        <p:blipFill>
          <a:blip r:embed="rId2"/>
          <a:stretch/>
        </p:blipFill>
        <p:spPr>
          <a:xfrm>
            <a:off x="4880520" y="213732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8"/>
          <p:cNvSpPr/>
          <p:nvPr/>
        </p:nvSpPr>
        <p:spPr>
          <a:xfrm>
            <a:off x="4709160" y="283464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Buscar una app aparte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4709160" y="3337560"/>
            <a:ext cx="28800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Tomar una foto y luego abrir otra aplicación distinta para "leerla" añade pasos extra en un momento en que solo quieres una respuesta rápida.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8229600" y="1600200"/>
            <a:ext cx="3520080" cy="42973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e7ee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1"/>
          <p:cNvSpPr/>
          <p:nvPr/>
        </p:nvSpPr>
        <p:spPr>
          <a:xfrm>
            <a:off x="8549640" y="1965960"/>
            <a:ext cx="685440" cy="6854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2" descr="/home/claude/bytelingo/icon_xcircle.png"/>
          <p:cNvPicPr/>
          <p:nvPr/>
        </p:nvPicPr>
        <p:blipFill>
          <a:blip r:embed="rId3"/>
          <a:stretch/>
        </p:blipFill>
        <p:spPr>
          <a:xfrm>
            <a:off x="8721000" y="213732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12"/>
          <p:cNvSpPr/>
          <p:nvPr/>
        </p:nvSpPr>
        <p:spPr>
          <a:xfrm>
            <a:off x="8549640" y="283464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Nada para guardar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8549640" y="3337560"/>
            <a:ext cx="288000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Aunque logres traducir algo, normalmente no puedes guardarlo ni compartirlo para consultarlo después.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548640" y="60350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2f3c7e"/>
                </a:solidFill>
                <a:effectLst/>
                <a:uFillTx/>
                <a:latin typeface="Calibri"/>
                <a:ea typeface="Calibri"/>
              </a:rPr>
              <a:t>En resumen: procesos separados, lentos, y sin memoria de lo que ya tradujiste.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457200" y="6519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ByteLingo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1124712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9326880" y="-1828800"/>
            <a:ext cx="5486040" cy="54860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48640" y="548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f9e795"/>
                </a:solidFill>
                <a:effectLst/>
                <a:uFillTx/>
                <a:latin typeface="Calibri"/>
                <a:ea typeface="Calibri"/>
              </a:rPr>
              <a:t>LA SOLUCIÓN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502920" y="82296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ByteLingo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548640" y="1874520"/>
            <a:ext cx="60346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Apuntas la cámara de tu celular a cualquier texto,</a:t>
            </a:r>
            <a:r>
              <a:rPr b="0" i="1" lang="en-US" sz="1700" strike="noStrike" u="none">
                <a:solidFill>
                  <a:srgbClr val="f9e795"/>
                </a:solidFill>
                <a:effectLst/>
                <a:uFillTx/>
                <a:latin typeface="Calibri"/>
                <a:ea typeface="Calibri"/>
              </a:rPr>
              <a:t> un menú, un letrero o una página, </a:t>
            </a:r>
            <a:r>
              <a:rPr b="0" lang="en-US" sz="17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 la app lo reconoce y lo traduce al instante, sin que tengas que escribir absolutamente nada.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548640" y="3977640"/>
            <a:ext cx="2148480" cy="776880"/>
          </a:xfrm>
          <a:prstGeom prst="roundRect">
            <a:avLst>
              <a:gd name="adj" fmla="val 4941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658440" y="4087440"/>
            <a:ext cx="548280" cy="54828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 0" descr="/home/claude/bytelingo/icon_zap.png"/>
          <p:cNvPicPr/>
          <p:nvPr/>
        </p:nvPicPr>
        <p:blipFill>
          <a:blip r:embed="rId1"/>
          <a:stretch/>
        </p:blipFill>
        <p:spPr>
          <a:xfrm>
            <a:off x="781920" y="421092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6"/>
          <p:cNvSpPr/>
          <p:nvPr/>
        </p:nvSpPr>
        <p:spPr>
          <a:xfrm>
            <a:off x="1280160" y="3977640"/>
            <a:ext cx="1325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f3c7e"/>
                </a:solidFill>
                <a:effectLst/>
                <a:uFillTx/>
                <a:latin typeface="Arial"/>
                <a:ea typeface="Calibri"/>
              </a:rPr>
              <a:t>Al instante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2926080" y="3977640"/>
            <a:ext cx="2148480" cy="776880"/>
          </a:xfrm>
          <a:prstGeom prst="roundRect">
            <a:avLst>
              <a:gd name="adj" fmla="val 4941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3035880" y="4087440"/>
            <a:ext cx="548280" cy="54828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1" descr="/home/claude/bytelingo/icon_smartphone.png"/>
          <p:cNvPicPr/>
          <p:nvPr/>
        </p:nvPicPr>
        <p:blipFill>
          <a:blip r:embed="rId2"/>
          <a:stretch/>
        </p:blipFill>
        <p:spPr>
          <a:xfrm>
            <a:off x="3159360" y="421092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9"/>
          <p:cNvSpPr/>
          <p:nvPr/>
        </p:nvSpPr>
        <p:spPr>
          <a:xfrm>
            <a:off x="3657600" y="3977640"/>
            <a:ext cx="1600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f3c7e"/>
                </a:solidFill>
                <a:effectLst/>
                <a:uFillTx/>
                <a:latin typeface="Arial"/>
                <a:ea typeface="Calibri"/>
              </a:rPr>
              <a:t>Sin escribir nada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5303520" y="3977640"/>
            <a:ext cx="2148480" cy="776880"/>
          </a:xfrm>
          <a:prstGeom prst="roundRect">
            <a:avLst>
              <a:gd name="adj" fmla="val 4941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5413320" y="4087440"/>
            <a:ext cx="548280" cy="54828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2" descr="/home/claude/bytelingo/icon_globe.png"/>
          <p:cNvPicPr/>
          <p:nvPr/>
        </p:nvPicPr>
        <p:blipFill>
          <a:blip r:embed="rId3"/>
          <a:stretch/>
        </p:blipFill>
        <p:spPr>
          <a:xfrm>
            <a:off x="5536800" y="421092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12"/>
          <p:cNvSpPr/>
          <p:nvPr/>
        </p:nvSpPr>
        <p:spPr>
          <a:xfrm>
            <a:off x="6035040" y="3977640"/>
            <a:ext cx="1325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f3c7e"/>
                </a:solidFill>
                <a:effectLst/>
                <a:uFillTx/>
                <a:latin typeface="Arial"/>
                <a:ea typeface="Calibri"/>
              </a:rPr>
              <a:t>Cualquier idioma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7772400" y="1005840"/>
            <a:ext cx="3794400" cy="5120280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76200">
            <a:solidFill>
              <a:srgbClr val="ffffff"/>
            </a:solidFill>
            <a:round/>
          </a:ln>
          <a:effectLst>
            <a:outerShdw algn="bl" blurRad="228600" dir="5400000" dist="7632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4"/>
          <p:cNvSpPr/>
          <p:nvPr/>
        </p:nvSpPr>
        <p:spPr>
          <a:xfrm>
            <a:off x="7955280" y="1325880"/>
            <a:ext cx="3428640" cy="2150280"/>
          </a:xfrm>
          <a:prstGeom prst="roundRect">
            <a:avLst>
              <a:gd name="adj" fmla="val 5102"/>
            </a:avLst>
          </a:prstGeom>
          <a:solidFill>
            <a:srgbClr val="f1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9304200" y="1463040"/>
            <a:ext cx="731160" cy="7311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3" descr="/home/claude/bytelingo/icon_camera_navy.png"/>
          <p:cNvPicPr/>
          <p:nvPr/>
        </p:nvPicPr>
        <p:blipFill>
          <a:blip r:embed="rId4"/>
          <a:stretch/>
        </p:blipFill>
        <p:spPr>
          <a:xfrm>
            <a:off x="9468720" y="162756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16"/>
          <p:cNvSpPr/>
          <p:nvPr/>
        </p:nvSpPr>
        <p:spPr>
          <a:xfrm>
            <a:off x="8138160" y="228600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Texto detectado con la cámara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7"/>
          <p:cNvSpPr/>
          <p:nvPr/>
        </p:nvSpPr>
        <p:spPr>
          <a:xfrm>
            <a:off x="9413640" y="3154680"/>
            <a:ext cx="511560" cy="51156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8"/>
          <p:cNvSpPr/>
          <p:nvPr/>
        </p:nvSpPr>
        <p:spPr>
          <a:xfrm>
            <a:off x="9413640" y="30906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9"/>
          <p:cNvSpPr/>
          <p:nvPr/>
        </p:nvSpPr>
        <p:spPr>
          <a:xfrm>
            <a:off x="7955280" y="3931920"/>
            <a:ext cx="3428640" cy="2048040"/>
          </a:xfrm>
          <a:prstGeom prst="roundRect">
            <a:avLst>
              <a:gd name="adj" fmla="val 5357"/>
            </a:avLst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0"/>
          <p:cNvSpPr/>
          <p:nvPr/>
        </p:nvSpPr>
        <p:spPr>
          <a:xfrm>
            <a:off x="9349920" y="4114800"/>
            <a:ext cx="639720" cy="63972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4" descr="/home/claude/bytelingo/icon_message.png"/>
          <p:cNvPicPr/>
          <p:nvPr/>
        </p:nvPicPr>
        <p:blipFill>
          <a:blip r:embed="rId5"/>
          <a:stretch/>
        </p:blipFill>
        <p:spPr>
          <a:xfrm>
            <a:off x="9509760" y="4275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21"/>
          <p:cNvSpPr/>
          <p:nvPr/>
        </p:nvSpPr>
        <p:spPr>
          <a:xfrm>
            <a:off x="8138160" y="489204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Traducción lista al instante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2"/>
          <p:cNvSpPr/>
          <p:nvPr/>
        </p:nvSpPr>
        <p:spPr>
          <a:xfrm>
            <a:off x="457200" y="6519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ByteLingo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3"/>
          <p:cNvSpPr/>
          <p:nvPr/>
        </p:nvSpPr>
        <p:spPr>
          <a:xfrm>
            <a:off x="1124712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48640" y="164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LA EXPERIENCIA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48640" y="45720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Cómo se usa: 4 pasos simples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548640" y="1828800"/>
            <a:ext cx="2605680" cy="3931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7ee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1531800" y="1508760"/>
            <a:ext cx="639720" cy="63972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1531800" y="15087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1486080" y="2331720"/>
            <a:ext cx="731160" cy="73116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0" descr="/home/claude/bytelingo/icon_camera.png"/>
          <p:cNvPicPr/>
          <p:nvPr/>
        </p:nvPicPr>
        <p:blipFill>
          <a:blip r:embed="rId1"/>
          <a:stretch/>
        </p:blipFill>
        <p:spPr>
          <a:xfrm>
            <a:off x="1668960" y="2514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6"/>
          <p:cNvSpPr/>
          <p:nvPr/>
        </p:nvSpPr>
        <p:spPr>
          <a:xfrm>
            <a:off x="731520" y="329184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Apunta y captura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777240" y="3840480"/>
            <a:ext cx="2148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Apuntas la cámara del celular al texto que quieres entender y tomas una foto.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3173040" y="333756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3383280" y="1828800"/>
            <a:ext cx="2605680" cy="3931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7ee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0"/>
          <p:cNvSpPr/>
          <p:nvPr/>
        </p:nvSpPr>
        <p:spPr>
          <a:xfrm>
            <a:off x="4366440" y="1508760"/>
            <a:ext cx="639720" cy="63972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4366440" y="15087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4320720" y="2331720"/>
            <a:ext cx="731160" cy="73116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1" descr="/home/claude/bytelingo/icon_crop.png"/>
          <p:cNvPicPr/>
          <p:nvPr/>
        </p:nvPicPr>
        <p:blipFill>
          <a:blip r:embed="rId2"/>
          <a:stretch/>
        </p:blipFill>
        <p:spPr>
          <a:xfrm>
            <a:off x="4503600" y="2514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13"/>
          <p:cNvSpPr/>
          <p:nvPr/>
        </p:nvSpPr>
        <p:spPr>
          <a:xfrm>
            <a:off x="3566160" y="329184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Recorta (opcional)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3611880" y="3840480"/>
            <a:ext cx="2148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Si solo te interesa una parte, puedes recortar esa sección específica.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6007680" y="333756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6"/>
          <p:cNvSpPr/>
          <p:nvPr/>
        </p:nvSpPr>
        <p:spPr>
          <a:xfrm>
            <a:off x="6217920" y="1828800"/>
            <a:ext cx="2605680" cy="3931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7ee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7"/>
          <p:cNvSpPr/>
          <p:nvPr/>
        </p:nvSpPr>
        <p:spPr>
          <a:xfrm>
            <a:off x="7201080" y="1508760"/>
            <a:ext cx="639720" cy="63972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8"/>
          <p:cNvSpPr/>
          <p:nvPr/>
        </p:nvSpPr>
        <p:spPr>
          <a:xfrm>
            <a:off x="7201080" y="15087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9"/>
          <p:cNvSpPr/>
          <p:nvPr/>
        </p:nvSpPr>
        <p:spPr>
          <a:xfrm>
            <a:off x="7155360" y="2331720"/>
            <a:ext cx="731160" cy="73116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2" descr="/home/claude/bytelingo/icon_message.png"/>
          <p:cNvPicPr/>
          <p:nvPr/>
        </p:nvPicPr>
        <p:blipFill>
          <a:blip r:embed="rId3"/>
          <a:stretch/>
        </p:blipFill>
        <p:spPr>
          <a:xfrm>
            <a:off x="7338240" y="2514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20"/>
          <p:cNvSpPr/>
          <p:nvPr/>
        </p:nvSpPr>
        <p:spPr>
          <a:xfrm>
            <a:off x="6400800" y="329184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Ve la traducción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6446520" y="3840480"/>
            <a:ext cx="2148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La traducción aparece al instante, lista para leer.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2"/>
          <p:cNvSpPr/>
          <p:nvPr/>
        </p:nvSpPr>
        <p:spPr>
          <a:xfrm>
            <a:off x="8842320" y="333756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3"/>
          <p:cNvSpPr/>
          <p:nvPr/>
        </p:nvSpPr>
        <p:spPr>
          <a:xfrm>
            <a:off x="9052560" y="1828800"/>
            <a:ext cx="2605680" cy="3931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7ee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4"/>
          <p:cNvSpPr/>
          <p:nvPr/>
        </p:nvSpPr>
        <p:spPr>
          <a:xfrm>
            <a:off x="10035720" y="1508760"/>
            <a:ext cx="639720" cy="63972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5"/>
          <p:cNvSpPr/>
          <p:nvPr/>
        </p:nvSpPr>
        <p:spPr>
          <a:xfrm>
            <a:off x="10035720" y="15087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6"/>
          <p:cNvSpPr/>
          <p:nvPr/>
        </p:nvSpPr>
        <p:spPr>
          <a:xfrm>
            <a:off x="9990000" y="2331720"/>
            <a:ext cx="731160" cy="73116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3" descr="/home/claude/bytelingo/icon_download.png"/>
          <p:cNvPicPr/>
          <p:nvPr/>
        </p:nvPicPr>
        <p:blipFill>
          <a:blip r:embed="rId4"/>
          <a:stretch/>
        </p:blipFill>
        <p:spPr>
          <a:xfrm>
            <a:off x="10172880" y="2514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7"/>
          <p:cNvSpPr/>
          <p:nvPr/>
        </p:nvSpPr>
        <p:spPr>
          <a:xfrm>
            <a:off x="9235440" y="329184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Guarda o comparte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9281160" y="3840480"/>
            <a:ext cx="2148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Exportas el resultado como un documento para consultarlo cuando quieras.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9"/>
          <p:cNvSpPr/>
          <p:nvPr/>
        </p:nvSpPr>
        <p:spPr>
          <a:xfrm>
            <a:off x="548640" y="59893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2f3c7e"/>
                </a:solidFill>
                <a:effectLst/>
                <a:uFillTx/>
                <a:latin typeface="Calibri"/>
                <a:ea typeface="Calibri"/>
              </a:rPr>
              <a:t>Todo en segundos: sin escribir, sin cambiar de aplicación, sin perder el resultado.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0"/>
          <p:cNvSpPr/>
          <p:nvPr/>
        </p:nvSpPr>
        <p:spPr>
          <a:xfrm>
            <a:off x="457200" y="6519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ByteLingo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1"/>
          <p:cNvSpPr/>
          <p:nvPr/>
        </p:nvSpPr>
        <p:spPr>
          <a:xfrm>
            <a:off x="1124712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548640" y="164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EL BENEFICIO CENTRAL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548640" y="45720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Entender, justo cuando lo necesitas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548640" y="1600560"/>
            <a:ext cx="3565800" cy="4571640"/>
          </a:xfrm>
          <a:prstGeom prst="roundRect">
            <a:avLst>
              <a:gd name="adj" fmla="val 3590"/>
            </a:avLst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914400" y="1965960"/>
            <a:ext cx="776880" cy="77688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0" descr="/home/claude/bytelingo/icon_clock.png"/>
          <p:cNvPicPr/>
          <p:nvPr/>
        </p:nvPicPr>
        <p:blipFill>
          <a:blip r:embed="rId1"/>
          <a:stretch/>
        </p:blipFill>
        <p:spPr>
          <a:xfrm>
            <a:off x="1108800" y="216036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4"/>
          <p:cNvSpPr/>
          <p:nvPr/>
        </p:nvSpPr>
        <p:spPr>
          <a:xfrm>
            <a:off x="868680" y="29260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Cero espera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868680" y="3429000"/>
            <a:ext cx="28342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>
                    <a:alpha val="90000"/>
                  </a:srgbClr>
                </a:solidFill>
                <a:effectLst/>
                <a:uFillTx/>
                <a:latin typeface="Calibri"/>
                <a:ea typeface="Calibri"/>
              </a:rPr>
              <a:t>Ahorra los minutos que perderías escribiendo palabra por palabra o cambiando de aplicación.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6"/>
          <p:cNvSpPr/>
          <p:nvPr/>
        </p:nvSpPr>
        <p:spPr>
          <a:xfrm>
            <a:off x="4343400" y="1600200"/>
            <a:ext cx="726912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e7ee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4663440" y="2263320"/>
            <a:ext cx="822600" cy="82260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" name="Image 1" descr="/home/claude/bytelingo/icon_globe.png"/>
          <p:cNvPicPr/>
          <p:nvPr/>
        </p:nvPicPr>
        <p:blipFill>
          <a:blip r:embed="rId2"/>
          <a:stretch/>
        </p:blipFill>
        <p:spPr>
          <a:xfrm>
            <a:off x="4869360" y="246888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 8"/>
          <p:cNvSpPr/>
          <p:nvPr/>
        </p:nvSpPr>
        <p:spPr>
          <a:xfrm>
            <a:off x="5715000" y="1965960"/>
            <a:ext cx="566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Elimina la barrera del idioma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5715000" y="2468880"/>
            <a:ext cx="5668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Justo en el momento y lugar exacto en que aparece: un menú, un letrero, un documento.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0"/>
          <p:cNvSpPr/>
          <p:nvPr/>
        </p:nvSpPr>
        <p:spPr>
          <a:xfrm>
            <a:off x="4343400" y="4023360"/>
            <a:ext cx="726912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e7ee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1"/>
          <p:cNvSpPr/>
          <p:nvPr/>
        </p:nvSpPr>
        <p:spPr>
          <a:xfrm>
            <a:off x="4663440" y="4686480"/>
            <a:ext cx="822600" cy="82260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2" descr="/home/claude/bytelingo/icon_users.png"/>
          <p:cNvPicPr/>
          <p:nvPr/>
        </p:nvPicPr>
        <p:blipFill>
          <a:blip r:embed="rId3"/>
          <a:stretch/>
        </p:blipFill>
        <p:spPr>
          <a:xfrm>
            <a:off x="4869360" y="48920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12"/>
          <p:cNvSpPr/>
          <p:nvPr/>
        </p:nvSpPr>
        <p:spPr>
          <a:xfrm>
            <a:off x="5715000" y="4389120"/>
            <a:ext cx="566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a2a3a"/>
                </a:solidFill>
                <a:effectLst/>
                <a:uFillTx/>
                <a:latin typeface="Cambria"/>
                <a:ea typeface="Cambria"/>
              </a:rPr>
              <a:t>Para cualquier persona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5715000" y="4892040"/>
            <a:ext cx="5668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Turistas, estudiantes y profesionales lo usan sin ninguna curva de aprendizaje.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457200" y="6519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ByteLingo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1124712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e718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-1828800" y="-2011680"/>
            <a:ext cx="5486040" cy="54860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9875520" y="3840480"/>
            <a:ext cx="4114440" cy="4114440"/>
          </a:xfrm>
          <a:prstGeom prst="ellipse">
            <a:avLst/>
          </a:prstGeom>
          <a:solidFill>
            <a:srgbClr val="f9e7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5623560" y="1051560"/>
            <a:ext cx="914040" cy="9140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/home/claude/bytelingo/icon_bookopen.png"/>
          <p:cNvPicPr/>
          <p:nvPr/>
        </p:nvPicPr>
        <p:blipFill>
          <a:blip r:embed="rId1"/>
          <a:stretch/>
        </p:blipFill>
        <p:spPr>
          <a:xfrm>
            <a:off x="5852160" y="12801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3"/>
          <p:cNvSpPr/>
          <p:nvPr/>
        </p:nvSpPr>
        <p:spPr>
          <a:xfrm>
            <a:off x="914400" y="233172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Ya no necesitas un diccionario.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914400" y="310896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9e795"/>
                </a:solidFill>
                <a:effectLst/>
                <a:uFillTx/>
                <a:latin typeface="Cambria"/>
                <a:ea typeface="Cambria"/>
              </a:rPr>
              <a:t>Necesitas tu cámara.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914400" y="429768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ffffff">
                    <a:alpha val="85000"/>
                  </a:srgbClr>
                </a:solidFill>
                <a:effectLst/>
                <a:uFillTx/>
                <a:latin typeface="Calibri"/>
                <a:ea typeface="Calibri"/>
              </a:rPr>
              <a:t>ByteLingo — traduce lo que ves, al instante.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914400" y="57607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Gracias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457200" y="6519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ByteLingo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11247120" y="65196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2026-07-10T00:22:26Z</dcterms:created>
  <dc:creator>PptxGenJS</dc:creator>
  <dc:description/>
  <dc:language>en-US</dc:language>
  <cp:lastModifiedBy/>
  <dcterms:modified xsi:type="dcterms:W3CDTF">2026-07-09T19:19:42Z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